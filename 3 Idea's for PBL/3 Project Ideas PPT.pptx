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130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D7245-7B02-44B6-A48E-283F76387BC8}" type="datetimeFigureOut">
              <a:rPr lang="en-US" smtClean="0"/>
              <a:pPr/>
              <a:t>17-Jan-25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0B9DB-7E9E-4DA6-B590-AEE41B2BC2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66700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 Project Ideas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00600" y="0"/>
            <a:ext cx="4343400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52400" y="3429000"/>
            <a:ext cx="5441990" cy="236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5550"/>
              </a:lnSpc>
              <a:buFont typeface="+mj-lt"/>
              <a:buAutoNum type="arabicPeriod"/>
            </a:pPr>
            <a:r>
              <a:rPr lang="en-US" i="1" dirty="0" smtClean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</a:rPr>
              <a:t>Interconnected Departmental Cooperation.</a:t>
            </a:r>
          </a:p>
          <a:p>
            <a:pPr marL="342900" indent="-342900">
              <a:lnSpc>
                <a:spcPts val="5550"/>
              </a:lnSpc>
              <a:buFont typeface="+mj-lt"/>
              <a:buAutoNum type="arabicPeriod"/>
            </a:pPr>
            <a:r>
              <a:rPr lang="en-US" i="1" dirty="0" smtClean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</a:rPr>
              <a:t>Chat-</a:t>
            </a:r>
            <a:r>
              <a:rPr lang="en-US" i="1" dirty="0" err="1" smtClean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</a:rPr>
              <a:t>Bot</a:t>
            </a:r>
            <a:r>
              <a:rPr lang="en-US" i="1" dirty="0" smtClean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</a:rPr>
              <a:t> For Students Assistance.</a:t>
            </a:r>
            <a:endParaRPr lang="en-US" i="1" dirty="0" smtClean="0"/>
          </a:p>
          <a:p>
            <a:pPr marL="342900" indent="-342900">
              <a:lnSpc>
                <a:spcPts val="5550"/>
              </a:lnSpc>
              <a:buFont typeface="+mj-lt"/>
              <a:buAutoNum type="arabicPeriod"/>
            </a:pPr>
            <a:r>
              <a:rPr lang="en-US" i="1" dirty="0" smtClean="0"/>
              <a:t>Simple Chat Application</a:t>
            </a:r>
            <a:endParaRPr lang="en-US" i="1" dirty="0"/>
          </a:p>
        </p:txBody>
      </p:sp>
      <p:sp>
        <p:nvSpPr>
          <p:cNvPr id="8" name="Text 0"/>
          <p:cNvSpPr/>
          <p:nvPr/>
        </p:nvSpPr>
        <p:spPr>
          <a:xfrm>
            <a:off x="152400" y="4419600"/>
            <a:ext cx="5441990" cy="556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685800" y="381000"/>
            <a:ext cx="7848600" cy="805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</a:t>
            </a:r>
            <a:r>
              <a:rPr lang="en-US" sz="2400" b="1" dirty="0" smtClean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2: </a:t>
            </a: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Text-Based Chat-Bot for Student Assistance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685800" y="1219200"/>
            <a:ext cx="62447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33363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</a:t>
            </a:r>
            <a:r>
              <a:rPr lang="en-US" sz="16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chat-bot will provide valuable information and assistance to students regarding their academic schedules, exam timings, course materials, and more</a:t>
            </a:r>
            <a:r>
              <a:rPr lang="en-US" sz="16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233363" indent="-233363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will be accessible through a text-based interface, allowing for easy communication with students. This could be a valuable tool for improving student performance and reducing academic stress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6400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TECHNOLOGY INCORPORATED :</a:t>
            </a:r>
          </a:p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85800" y="4419600"/>
            <a:ext cx="6705600" cy="12954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NLP(Natural Language Processing ) E.g. NLTK , SpaCy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 smtClean="0"/>
              <a:t>Java Script / Node.js (used for real-time Communication)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 smtClean="0"/>
              <a:t>Express.js (For Backend Frameworks)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600" dirty="0" smtClean="0"/>
              <a:t>Mongo/</a:t>
            </a:r>
            <a:r>
              <a:rPr lang="en-US" sz="1600" dirty="0" err="1" smtClean="0"/>
              <a:t>FireBase</a:t>
            </a:r>
            <a:r>
              <a:rPr lang="en-US" sz="1600" dirty="0" smtClean="0"/>
              <a:t>(For Database system)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6172200" y="-1066800"/>
            <a:ext cx="3352800" cy="2438400"/>
          </a:xfrm>
        </p:spPr>
        <p:txBody>
          <a:bodyPr>
            <a:norm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685800" y="457199"/>
            <a:ext cx="6858000" cy="762001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/>
              <a:t>Key Feature’s</a:t>
            </a:r>
            <a:endParaRPr lang="en-US" b="1" dirty="0"/>
          </a:p>
        </p:txBody>
      </p:sp>
      <p:sp>
        <p:nvSpPr>
          <p:cNvPr id="4" name="Shape 1"/>
          <p:cNvSpPr/>
          <p:nvPr/>
        </p:nvSpPr>
        <p:spPr>
          <a:xfrm>
            <a:off x="152400" y="1524000"/>
            <a:ext cx="533400" cy="670939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2305" y="1760696"/>
            <a:ext cx="191095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883445" y="16764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Scheduling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83444" y="216277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can easily access their daily, weekly, and monthly schedules.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419600" y="1600200"/>
            <a:ext cx="625508" cy="670939"/>
          </a:xfrm>
          <a:prstGeom prst="roundRect">
            <a:avLst>
              <a:gd name="adj" fmla="val 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19600" y="1752600"/>
            <a:ext cx="562267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334000" y="16764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Exam Timing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34000" y="213360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chat-bot provides timely reminders and alerts for upcoming exams.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52400" y="4114800"/>
            <a:ext cx="533400" cy="670939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4800" y="4343400"/>
            <a:ext cx="286583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838200" y="42672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Notes and Syllabus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14400" y="487680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access to study materials, notes, and syllabus details.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4343400" y="4114800"/>
            <a:ext cx="625508" cy="670939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19600" y="4267200"/>
            <a:ext cx="409424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5181600" y="41910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Timetable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105400" y="457200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Provides a comprehensive overview of course schedules and class timings.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itchFamily="2" charset="2"/>
              <a:buChar char="§"/>
            </a:pPr>
            <a:r>
              <a:rPr lang="en-US" sz="18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Allow users on the same local network to communicate in real-time.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8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for multiple users in a single conversation.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8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Ability to share files, documents, and images between users.</a:t>
            </a:r>
            <a:endParaRPr lang="en-US" sz="1800" dirty="0" smtClean="0"/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r>
              <a:rPr lang="en-US" sz="1800" dirty="0" smtClean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that conversations are secure and private.</a:t>
            </a:r>
            <a:endParaRPr lang="en-US" sz="1800" dirty="0" smtClean="0"/>
          </a:p>
          <a:p>
            <a:pPr>
              <a:lnSpc>
                <a:spcPct val="200000"/>
              </a:lnSpc>
              <a:buFont typeface="Wingdings" pitchFamily="2" charset="2"/>
              <a:buChar char="§"/>
            </a:pPr>
            <a:endParaRPr lang="en-US" sz="1800" dirty="0" smtClean="0"/>
          </a:p>
          <a:p>
            <a:pPr>
              <a:buNone/>
            </a:pPr>
            <a:endParaRPr lang="en-US" sz="1800" dirty="0"/>
          </a:p>
        </p:txBody>
      </p:sp>
      <p:sp>
        <p:nvSpPr>
          <p:cNvPr id="4" name="Text 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Project </a:t>
            </a:r>
            <a:r>
              <a:rPr lang="en-US" sz="2400" b="1" dirty="0" smtClean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3: </a:t>
            </a: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Simple Chat Application (Local Network</a:t>
            </a:r>
            <a:r>
              <a:rPr lang="en-US" sz="2400" b="1" dirty="0" smtClean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)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640080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TECHNOLOGY INCORPORATED :</a:t>
            </a:r>
          </a:p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4114800"/>
            <a:ext cx="7239000" cy="20574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Programming Language</a:t>
            </a:r>
            <a:r>
              <a:rPr lang="en-US" dirty="0" smtClean="0"/>
              <a:t>: Python.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Frontend (Flutter</a:t>
            </a:r>
            <a:r>
              <a:rPr lang="en-US" dirty="0" smtClean="0"/>
              <a:t> or </a:t>
            </a:r>
            <a:r>
              <a:rPr lang="en-US" b="1" dirty="0" smtClean="0"/>
              <a:t>React Native)</a:t>
            </a:r>
            <a:r>
              <a:rPr lang="en-US" dirty="0" smtClean="0"/>
              <a:t>: For cross-platform mobile applications.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smtClean="0"/>
              <a:t>Backend</a:t>
            </a:r>
            <a:r>
              <a:rPr lang="en-US" dirty="0" smtClean="0"/>
              <a:t>: Flask/</a:t>
            </a:r>
            <a:r>
              <a:rPr lang="en-US" dirty="0" err="1" smtClean="0"/>
              <a:t>Django</a:t>
            </a:r>
            <a:r>
              <a:rPr lang="en-US" dirty="0" smtClean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Database</a:t>
            </a:r>
            <a:r>
              <a:rPr lang="en-US" dirty="0" smtClean="0"/>
              <a:t>: Firebase or MySQL or MongoDB.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 smtClean="0"/>
              <a:t>Firebase Hosting : </a:t>
            </a:r>
            <a:r>
              <a:rPr lang="en-US" dirty="0" smtClean="0"/>
              <a:t>If using Firebase for the backend.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6172200" y="-1066800"/>
            <a:ext cx="3352800" cy="2438400"/>
          </a:xfrm>
        </p:spPr>
        <p:txBody>
          <a:bodyPr>
            <a:norm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>
            <a:off x="685800" y="457199"/>
            <a:ext cx="6858000" cy="762001"/>
          </a:xfr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en-US" b="1" dirty="0" smtClean="0"/>
              <a:t>Key Feature’s</a:t>
            </a:r>
            <a:endParaRPr lang="en-US" b="1" dirty="0"/>
          </a:p>
        </p:txBody>
      </p:sp>
      <p:sp>
        <p:nvSpPr>
          <p:cNvPr id="4" name="Shape 1"/>
          <p:cNvSpPr/>
          <p:nvPr/>
        </p:nvSpPr>
        <p:spPr>
          <a:xfrm>
            <a:off x="152400" y="1524000"/>
            <a:ext cx="533400" cy="670939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42305" y="1760696"/>
            <a:ext cx="191095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883445" y="16764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dirty="0" smtClean="0"/>
              <a:t>Real-Time Messaging</a:t>
            </a:r>
            <a:endParaRPr lang="en-US" sz="2200" b="1" dirty="0"/>
          </a:p>
        </p:txBody>
      </p:sp>
      <p:sp>
        <p:nvSpPr>
          <p:cNvPr id="7" name="Text 4"/>
          <p:cNvSpPr/>
          <p:nvPr/>
        </p:nvSpPr>
        <p:spPr>
          <a:xfrm>
            <a:off x="883444" y="216277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 smtClean="0"/>
              <a:t>Send and receive messages instantly using </a:t>
            </a:r>
            <a:r>
              <a:rPr lang="en-US" dirty="0" err="1" smtClean="0"/>
              <a:t>WebSocket</a:t>
            </a:r>
            <a:r>
              <a:rPr lang="en-US" dirty="0" smtClean="0"/>
              <a:t> or APIs.</a:t>
            </a:r>
          </a:p>
          <a:p>
            <a:pPr marL="0" indent="0">
              <a:lnSpc>
                <a:spcPts val="2800"/>
              </a:lnSpc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419600" y="1600200"/>
            <a:ext cx="625508" cy="670939"/>
          </a:xfrm>
          <a:prstGeom prst="roundRect">
            <a:avLst>
              <a:gd name="adj" fmla="val 0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19600" y="1752600"/>
            <a:ext cx="562267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334000" y="16764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dirty="0" smtClean="0"/>
              <a:t>Group Chats</a:t>
            </a:r>
            <a:r>
              <a:rPr lang="en-US" sz="2400" dirty="0" smtClean="0"/>
              <a:t>: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334000" y="213360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 smtClean="0"/>
              <a:t>Allow multiple users to join a conversation.</a:t>
            </a:r>
          </a:p>
          <a:p>
            <a:pPr marL="0" indent="0">
              <a:lnSpc>
                <a:spcPts val="2800"/>
              </a:lnSpc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152400" y="4114800"/>
            <a:ext cx="533400" cy="670939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4800" y="4343400"/>
            <a:ext cx="286583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838200" y="42672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dirty="0" smtClean="0"/>
              <a:t>Direct Messaging</a:t>
            </a:r>
            <a:r>
              <a:rPr lang="en-US" sz="2400" dirty="0" smtClean="0"/>
              <a:t>: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14400" y="472440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 smtClean="0"/>
              <a:t>One-to-one private communication.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343400" y="4114800"/>
            <a:ext cx="625508" cy="670939"/>
          </a:xfrm>
          <a:prstGeom prst="roundRect">
            <a:avLst>
              <a:gd name="adj" fmla="val 18667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419600" y="4267200"/>
            <a:ext cx="409424" cy="44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5181600" y="4191000"/>
            <a:ext cx="1296875" cy="465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dirty="0" smtClean="0"/>
              <a:t>Typing Indicators</a:t>
            </a:r>
            <a:r>
              <a:rPr lang="en-US" sz="2400" dirty="0" smtClean="0"/>
              <a:t>:</a:t>
            </a:r>
          </a:p>
          <a:p>
            <a:pPr marL="0" indent="0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105400" y="4572000"/>
            <a:ext cx="2621756" cy="95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 smtClean="0"/>
              <a:t>Show when someone is typing.</a:t>
            </a:r>
          </a:p>
          <a:p>
            <a:pPr marL="0" indent="0">
              <a:lnSpc>
                <a:spcPts val="28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309</Words>
  <Application>Microsoft Office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Slide 1</vt:lpstr>
      <vt:lpstr>Slide 2</vt:lpstr>
      <vt:lpstr>.</vt:lpstr>
      <vt:lpstr>Project 3: Simple Chat Application (Local Network)</vt:lpstr>
      <vt:lpstr>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4</cp:revision>
  <dcterms:created xsi:type="dcterms:W3CDTF">2025-01-17T03:33:02Z</dcterms:created>
  <dcterms:modified xsi:type="dcterms:W3CDTF">2025-01-17T09:54:56Z</dcterms:modified>
</cp:coreProperties>
</file>